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1" r:id="rId1"/>
  </p:sldMasterIdLst>
  <p:notesMasterIdLst>
    <p:notesMasterId r:id="rId2"/>
  </p:notes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6AA4"/>
    <a:srgbClr val="008CAA"/>
    <a:srgbClr val="1C9576"/>
    <a:srgbClr val="669E1D"/>
    <a:srgbClr val="E5C53F"/>
    <a:srgbClr val="C76B00"/>
    <a:srgbClr val="BA2947"/>
    <a:srgbClr val="B62A76"/>
    <a:srgbClr val="794B88"/>
    <a:srgbClr val="9E7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0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9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7A1C9-2AAA-BF4E-A6D1-65E2A0F23D35}" type="datetimeFigureOut">
              <a:rPr kumimoji="1" lang="ja-JP" altLang="en-US" smtClean="0"/>
              <a:t>2025/2/6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6652A-1295-7648-8D7A-A4E264170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550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503379-72B0-4F5F-9518-C147C180F5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0000" y="2052000"/>
            <a:ext cx="8280000" cy="1440000"/>
          </a:xfrm>
        </p:spPr>
        <p:txBody>
          <a:bodyPr anchor="t" anchorCtr="0">
            <a:normAutofit/>
          </a:bodyPr>
          <a:lstStyle>
            <a:lvl1pPr algn="l">
              <a:lnSpc>
                <a:spcPct val="120000"/>
              </a:lnSpc>
              <a:defRPr sz="3200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書類タイトル</a:t>
            </a:r>
            <a:r>
              <a:rPr kumimoji="1" lang="ja-JP" altLang="en-US" dirty="0"/>
              <a:t>　</a:t>
            </a:r>
            <a:r>
              <a:rPr kumimoji="1" lang="en-US" altLang="ja-JP" dirty="0"/>
              <a:t>BIZ UDP</a:t>
            </a:r>
            <a:r>
              <a:rPr kumimoji="1" lang="ja-JP" altLang="en-US"/>
              <a:t>ゴシック</a:t>
            </a:r>
            <a:br>
              <a:rPr kumimoji="1" lang="en-US" altLang="ja-JP" dirty="0"/>
            </a:br>
            <a:r>
              <a:rPr kumimoji="1" lang="en-US" altLang="ja-JP" dirty="0"/>
              <a:t>Bold</a:t>
            </a:r>
            <a:r>
              <a:rPr kumimoji="1" lang="ja-JP" altLang="en-US"/>
              <a:t>　</a:t>
            </a:r>
            <a:r>
              <a:rPr kumimoji="1" lang="en-US" altLang="ja-JP" dirty="0"/>
              <a:t>32pt</a:t>
            </a:r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39305083-77DC-4847-A102-DC2B1BF16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0000" y="4140000"/>
            <a:ext cx="5400000" cy="723120"/>
          </a:xfrm>
        </p:spPr>
        <p:txBody>
          <a:bodyPr lIns="0" tIns="0" rIns="0" bIns="0"/>
          <a:lstStyle>
            <a:lvl1pPr marL="0" indent="0">
              <a:lnSpc>
                <a:spcPct val="125000"/>
              </a:lnSpc>
              <a:spcBef>
                <a:spcPts val="0"/>
              </a:spcBef>
              <a:buFontTx/>
              <a:buNone/>
              <a:defRPr b="1"/>
            </a:lvl1pPr>
          </a:lstStyle>
          <a:p>
            <a:pPr lvl="0"/>
            <a:r>
              <a:rPr kumimoji="1" lang="ja-JP" altLang="en-US"/>
              <a:t>会社名</a:t>
            </a:r>
            <a:br>
              <a:rPr kumimoji="1" lang="en-US" altLang="ja-JP" dirty="0"/>
            </a:br>
            <a:r>
              <a:rPr kumimoji="1" lang="ja-JP" altLang="en-US"/>
              <a:t>部署名</a:t>
            </a:r>
          </a:p>
        </p:txBody>
      </p:sp>
      <p:sp>
        <p:nvSpPr>
          <p:cNvPr id="15" name="テキスト プレースホルダー 8">
            <a:extLst>
              <a:ext uri="{FF2B5EF4-FFF2-40B4-BE49-F238E27FC236}">
                <a16:creationId xmlns:a16="http://schemas.microsoft.com/office/drawing/2014/main" id="{1F1760FA-5006-4940-92C8-CB67025054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20001" y="4863120"/>
            <a:ext cx="2160000" cy="723120"/>
          </a:xfrm>
        </p:spPr>
        <p:txBody>
          <a:bodyPr lIns="0" tIns="0" rIns="0" bIns="0"/>
          <a:lstStyle>
            <a:lvl1pPr marL="0" indent="0">
              <a:lnSpc>
                <a:spcPct val="125000"/>
              </a:lnSpc>
              <a:spcBef>
                <a:spcPts val="0"/>
              </a:spcBef>
              <a:buFontTx/>
              <a:buNone/>
              <a:defRPr b="0"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2021</a:t>
            </a:r>
            <a:r>
              <a:rPr kumimoji="1" lang="ja-JP" altLang="en-US"/>
              <a:t>年</a:t>
            </a:r>
            <a:r>
              <a:rPr kumimoji="1" lang="en-US" altLang="ja-JP" dirty="0"/>
              <a:t>8</a:t>
            </a:r>
            <a:r>
              <a:rPr kumimoji="1" lang="ja-JP" altLang="en-US"/>
              <a:t>月</a:t>
            </a:r>
            <a:r>
              <a:rPr kumimoji="1" lang="en-US" altLang="ja-JP" dirty="0"/>
              <a:t>1</a:t>
            </a:r>
            <a:r>
              <a:rPr kumimoji="1" lang="ja-JP" altLang="en-US"/>
              <a:t>日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050B645-9AB3-0643-B3E8-DA1198B261A2}"/>
              </a:ext>
            </a:extLst>
          </p:cNvPr>
          <p:cNvSpPr txBox="1"/>
          <p:nvPr userDrawn="1"/>
        </p:nvSpPr>
        <p:spPr>
          <a:xfrm>
            <a:off x="9308100" y="6423025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800" dirty="0">
                <a:solidFill>
                  <a:schemeClr val="bg1"/>
                </a:solidFill>
                <a:latin typeface="+mn-lt"/>
              </a:rPr>
              <a:t>Copyright © SCSK Corporation</a:t>
            </a:r>
            <a:endParaRPr lang="ja-JP" altLang="en-US" sz="8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8846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_1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8A8EA9-77CB-4B97-B4F7-EA3B0C585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ページタイトル　</a:t>
            </a:r>
            <a:r>
              <a:rPr kumimoji="1" lang="en" altLang="ja-JP" dirty="0"/>
              <a:t> BIZ UDP</a:t>
            </a:r>
            <a:r>
              <a:rPr kumimoji="1" lang="ja-JP" altLang="en-US"/>
              <a:t>ゴシック</a:t>
            </a:r>
            <a:r>
              <a:rPr kumimoji="1" lang="en-US" altLang="ja-JP" dirty="0"/>
              <a:t> Bold 24</a:t>
            </a:r>
            <a:r>
              <a:rPr kumimoji="1" lang="en" altLang="ja-JP" dirty="0" err="1"/>
              <a:t>pt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770D92-8421-4F00-8978-6CB2B773A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724" y="1259806"/>
            <a:ext cx="10747376" cy="4878194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E6C6F6-5CA5-7F47-842D-257FC6977AC1}"/>
              </a:ext>
            </a:extLst>
          </p:cNvPr>
          <p:cNvSpPr txBox="1"/>
          <p:nvPr userDrawn="1"/>
        </p:nvSpPr>
        <p:spPr>
          <a:xfrm>
            <a:off x="11508000" y="6423025"/>
            <a:ext cx="288000" cy="180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CDE2928-84EA-244F-9004-1B9C708E05D2}" type="slidenum">
              <a:rPr lang="ja-JP" altLang="en-US" sz="800" smtClean="0"/>
              <a:pPr algn="ctr"/>
              <a:t>‹#›</a:t>
            </a:fld>
            <a:endParaRPr lang="ja-JP" altLang="en-US" sz="8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4611C28-06E7-0C49-BF2E-3E4D09E93847}"/>
              </a:ext>
            </a:extLst>
          </p:cNvPr>
          <p:cNvSpPr txBox="1"/>
          <p:nvPr userDrawn="1"/>
        </p:nvSpPr>
        <p:spPr>
          <a:xfrm>
            <a:off x="9308100" y="6423025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800" dirty="0">
                <a:latin typeface="+mn-lt"/>
              </a:rPr>
              <a:t>Copyright © SCSK Corporation</a:t>
            </a:r>
            <a:endParaRPr lang="ja-JP" altLang="en-US" sz="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017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503379-72B0-4F5F-9518-C147C180F5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0001" y="2052000"/>
            <a:ext cx="8640000" cy="1440000"/>
          </a:xfrm>
        </p:spPr>
        <p:txBody>
          <a:bodyPr anchor="t" anchorCtr="0">
            <a:normAutofit/>
          </a:bodyPr>
          <a:lstStyle>
            <a:lvl1pPr algn="l">
              <a:lnSpc>
                <a:spcPct val="120000"/>
              </a:lnSpc>
              <a:defRPr sz="3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扉タイトル　</a:t>
            </a:r>
            <a:r>
              <a:rPr kumimoji="1" lang="en-US" altLang="ja-JP" dirty="0"/>
              <a:t>BIZ UDP</a:t>
            </a:r>
            <a:r>
              <a:rPr kumimoji="1" lang="ja-JP" altLang="en-US"/>
              <a:t>ゴシック</a:t>
            </a:r>
            <a:br>
              <a:rPr kumimoji="1" lang="en-US" altLang="ja-JP" dirty="0"/>
            </a:br>
            <a:r>
              <a:rPr kumimoji="1" lang="en-US" altLang="ja-JP" dirty="0"/>
              <a:t>Bold</a:t>
            </a:r>
            <a:r>
              <a:rPr kumimoji="1" lang="ja-JP" altLang="en-US"/>
              <a:t>　</a:t>
            </a:r>
            <a:r>
              <a:rPr kumimoji="1" lang="en-US" altLang="ja-JP" dirty="0"/>
              <a:t>32pt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5C786A-FC6D-D049-8AEB-8D1C79B22D7D}"/>
              </a:ext>
            </a:extLst>
          </p:cNvPr>
          <p:cNvSpPr txBox="1"/>
          <p:nvPr userDrawn="1"/>
        </p:nvSpPr>
        <p:spPr>
          <a:xfrm>
            <a:off x="9308100" y="6423025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800" dirty="0">
                <a:latin typeface="+mn-lt"/>
              </a:rPr>
              <a:t>Copyright © SCSK Corporation</a:t>
            </a:r>
            <a:endParaRPr lang="ja-JP" altLang="en-US" sz="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2124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_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8A8EA9-77CB-4B97-B4F7-EA3B0C585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ページタイトル　</a:t>
            </a:r>
            <a:r>
              <a:rPr kumimoji="1" lang="en" altLang="ja-JP" dirty="0"/>
              <a:t> BIZ UDP</a:t>
            </a:r>
            <a:r>
              <a:rPr kumimoji="1" lang="ja-JP" altLang="en-US"/>
              <a:t>ゴシック</a:t>
            </a:r>
            <a:r>
              <a:rPr kumimoji="1" lang="en-US" altLang="ja-JP" dirty="0"/>
              <a:t> Bold 24</a:t>
            </a:r>
            <a:r>
              <a:rPr kumimoji="1" lang="en" altLang="ja-JP" dirty="0" err="1"/>
              <a:t>pt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770D92-8421-4F00-8978-6CB2B773A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724" y="1259806"/>
            <a:ext cx="5220000" cy="4878194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3BF49F43-DC6B-5C45-880F-9651CF3050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8100" y="1259806"/>
            <a:ext cx="5220000" cy="4878194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E6C6F6-5CA5-7F47-842D-257FC6977AC1}"/>
              </a:ext>
            </a:extLst>
          </p:cNvPr>
          <p:cNvSpPr txBox="1"/>
          <p:nvPr userDrawn="1"/>
        </p:nvSpPr>
        <p:spPr>
          <a:xfrm>
            <a:off x="11508000" y="6423025"/>
            <a:ext cx="288000" cy="180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CDE2928-84EA-244F-9004-1B9C708E05D2}" type="slidenum">
              <a:rPr lang="ja-JP" altLang="en-US" sz="800" smtClean="0"/>
              <a:pPr algn="ctr"/>
              <a:t>‹#›</a:t>
            </a:fld>
            <a:endParaRPr lang="ja-JP" altLang="en-US" sz="8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4611C28-06E7-0C49-BF2E-3E4D09E93847}"/>
              </a:ext>
            </a:extLst>
          </p:cNvPr>
          <p:cNvSpPr txBox="1"/>
          <p:nvPr userDrawn="1"/>
        </p:nvSpPr>
        <p:spPr>
          <a:xfrm>
            <a:off x="9308100" y="6423025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800" dirty="0">
                <a:latin typeface="+mn-lt"/>
              </a:rPr>
              <a:t>Copyright © SCSK Corporation</a:t>
            </a:r>
            <a:endParaRPr lang="ja-JP" altLang="en-US" sz="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8879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_タグライ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6EB4459-36D3-D044-9ADE-C4BA1920CB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67575" y="2813150"/>
            <a:ext cx="2880000" cy="123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56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911BD72-F461-4A6E-800A-EE1ACBC3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270000"/>
            <a:ext cx="9360000" cy="36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5AB57B-0C48-43F2-8623-E92447104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260000"/>
            <a:ext cx="10746000" cy="487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A129995-F776-5B4D-95D0-61F8581C13A7}"/>
              </a:ext>
            </a:extLst>
          </p:cNvPr>
          <p:cNvGrpSpPr/>
          <p:nvPr userDrawn="1"/>
        </p:nvGrpSpPr>
        <p:grpSpPr>
          <a:xfrm>
            <a:off x="-2340001" y="0"/>
            <a:ext cx="1800000" cy="1927005"/>
            <a:chOff x="-2001197" y="0"/>
            <a:chExt cx="1800000" cy="1927005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E91C70F-5AC8-FE4B-B9DC-BB413A245372}"/>
                </a:ext>
              </a:extLst>
            </p:cNvPr>
            <p:cNvSpPr/>
            <p:nvPr userDrawn="1"/>
          </p:nvSpPr>
          <p:spPr>
            <a:xfrm>
              <a:off x="-2001197" y="0"/>
              <a:ext cx="1800000" cy="900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>
                <a:lnSpc>
                  <a:spcPct val="120000"/>
                </a:lnSpc>
              </a:pPr>
              <a:r>
                <a:rPr kumimoji="1" lang="en-US" altLang="ja-JP" sz="1300" dirty="0"/>
                <a:t>SCSK Blue</a:t>
              </a:r>
              <a:br>
                <a:rPr lang="en-US" altLang="ja-JP" sz="1300" dirty="0"/>
              </a:br>
              <a:r>
                <a:rPr lang="en-US" altLang="ja-JP" sz="1300" dirty="0"/>
                <a:t>R26 G39 B146</a:t>
              </a:r>
              <a:endParaRPr kumimoji="1" lang="ja-JP" altLang="en-US" sz="1300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1498BC26-D497-3846-A6AA-AA8147E0AEDB}"/>
                </a:ext>
              </a:extLst>
            </p:cNvPr>
            <p:cNvSpPr/>
            <p:nvPr userDrawn="1"/>
          </p:nvSpPr>
          <p:spPr>
            <a:xfrm>
              <a:off x="-2001197" y="1027005"/>
              <a:ext cx="1800000" cy="90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>
                <a:lnSpc>
                  <a:spcPct val="120000"/>
                </a:lnSpc>
              </a:pPr>
              <a:r>
                <a:rPr lang="en-US" altLang="ja-JP" sz="1300" dirty="0"/>
                <a:t>Gray</a:t>
              </a:r>
            </a:p>
            <a:p>
              <a:pPr marL="108000">
                <a:lnSpc>
                  <a:spcPct val="120000"/>
                </a:lnSpc>
              </a:pPr>
              <a:r>
                <a:rPr lang="en-US" altLang="ja-JP" sz="1300" dirty="0"/>
                <a:t>R159 G160 B160</a:t>
              </a:r>
              <a:endParaRPr lang="ja-JP" altLang="en-US" sz="1300" dirty="0"/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B0BBA10-5771-9344-80C5-DAFB8599504D}"/>
              </a:ext>
            </a:extLst>
          </p:cNvPr>
          <p:cNvGrpSpPr/>
          <p:nvPr userDrawn="1"/>
        </p:nvGrpSpPr>
        <p:grpSpPr>
          <a:xfrm>
            <a:off x="12726904" y="0"/>
            <a:ext cx="1460635" cy="4293360"/>
            <a:chOff x="14810277" y="745"/>
            <a:chExt cx="1800000" cy="5290882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ECC02B61-9443-3248-8635-A452B2BE822D}"/>
                </a:ext>
              </a:extLst>
            </p:cNvPr>
            <p:cNvSpPr/>
            <p:nvPr userDrawn="1"/>
          </p:nvSpPr>
          <p:spPr>
            <a:xfrm>
              <a:off x="14810277" y="540621"/>
              <a:ext cx="1800000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R0 G166 B203</a:t>
              </a:r>
              <a:endParaRPr kumimoji="1" lang="ja-JP" altLang="en-US" sz="1000" dirty="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402CBA9F-304C-7540-8032-623275D2B31F}"/>
                </a:ext>
              </a:extLst>
            </p:cNvPr>
            <p:cNvSpPr/>
            <p:nvPr userDrawn="1"/>
          </p:nvSpPr>
          <p:spPr>
            <a:xfrm>
              <a:off x="14810277" y="3779877"/>
              <a:ext cx="1800000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R219 G54 B141</a:t>
              </a:r>
              <a:endParaRPr lang="ja-JP" altLang="en-US" sz="1000" dirty="0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CDEB4594-2659-C142-B9B5-877BCB938B1A}"/>
                </a:ext>
              </a:extLst>
            </p:cNvPr>
            <p:cNvSpPr/>
            <p:nvPr userDrawn="1"/>
          </p:nvSpPr>
          <p:spPr>
            <a:xfrm>
              <a:off x="14810277" y="2700125"/>
              <a:ext cx="1800000" cy="43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R240 G131 B0</a:t>
              </a:r>
              <a:endParaRPr lang="ja-JP" altLang="en-US" sz="1000" dirty="0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25C3445-F5AD-3249-AB08-91203A14AB95}"/>
                </a:ext>
              </a:extLst>
            </p:cNvPr>
            <p:cNvSpPr/>
            <p:nvPr userDrawn="1"/>
          </p:nvSpPr>
          <p:spPr>
            <a:xfrm>
              <a:off x="14810277" y="1620373"/>
              <a:ext cx="1800000" cy="43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R124 G189 B39</a:t>
              </a:r>
              <a:endParaRPr lang="ja-JP" altLang="en-US" sz="1000" dirty="0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5F3DB34-CE9F-F54C-9335-57B93A7345F5}"/>
                </a:ext>
              </a:extLst>
            </p:cNvPr>
            <p:cNvSpPr/>
            <p:nvPr userDrawn="1"/>
          </p:nvSpPr>
          <p:spPr>
            <a:xfrm>
              <a:off x="14810277" y="745"/>
              <a:ext cx="1800000" cy="432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R41 G128 B196</a:t>
              </a:r>
              <a:endParaRPr kumimoji="1" lang="ja-JP" altLang="en-US" sz="1000" dirty="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53898051-701E-004A-A2FE-A6FBDBA79E31}"/>
                </a:ext>
              </a:extLst>
            </p:cNvPr>
            <p:cNvSpPr/>
            <p:nvPr userDrawn="1"/>
          </p:nvSpPr>
          <p:spPr>
            <a:xfrm>
              <a:off x="14810277" y="4319753"/>
              <a:ext cx="1800000" cy="43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R145 G93 B163</a:t>
              </a:r>
              <a:endParaRPr lang="ja-JP" altLang="en-US" sz="1000" dirty="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2FA9D6D-B027-1B4D-9227-1D922E762922}"/>
                </a:ext>
              </a:extLst>
            </p:cNvPr>
            <p:cNvSpPr/>
            <p:nvPr userDrawn="1"/>
          </p:nvSpPr>
          <p:spPr>
            <a:xfrm>
              <a:off x="14810277" y="4859627"/>
              <a:ext cx="1800000" cy="432000"/>
            </a:xfrm>
            <a:prstGeom prst="rect">
              <a:avLst/>
            </a:prstGeom>
            <a:solidFill>
              <a:srgbClr val="BE8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R190 G138 B43</a:t>
              </a:r>
              <a:endParaRPr lang="ja-JP" altLang="en-US" sz="1000" dirty="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0C8481A2-2D8B-0D4A-BB55-BE88734747BB}"/>
                </a:ext>
              </a:extLst>
            </p:cNvPr>
            <p:cNvSpPr/>
            <p:nvPr userDrawn="1"/>
          </p:nvSpPr>
          <p:spPr>
            <a:xfrm>
              <a:off x="14810277" y="1080497"/>
              <a:ext cx="1800000" cy="432000"/>
            </a:xfrm>
            <a:prstGeom prst="rect">
              <a:avLst/>
            </a:prstGeom>
            <a:solidFill>
              <a:srgbClr val="27B28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R39 G178 B141</a:t>
              </a:r>
              <a:endParaRPr lang="ja-JP" altLang="en-US" sz="1000" dirty="0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EBBB567E-D961-1042-AAC2-02F2858CE734}"/>
                </a:ext>
              </a:extLst>
            </p:cNvPr>
            <p:cNvSpPr/>
            <p:nvPr userDrawn="1"/>
          </p:nvSpPr>
          <p:spPr>
            <a:xfrm>
              <a:off x="14810277" y="2160249"/>
              <a:ext cx="1800000" cy="432000"/>
            </a:xfrm>
            <a:prstGeom prst="rect">
              <a:avLst/>
            </a:prstGeom>
            <a:solidFill>
              <a:srgbClr val="FFDB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R255 G219 B70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CCF4EBDF-FD62-B042-90D1-AF66FD944CD7}"/>
                </a:ext>
              </a:extLst>
            </p:cNvPr>
            <p:cNvSpPr/>
            <p:nvPr userDrawn="1"/>
          </p:nvSpPr>
          <p:spPr>
            <a:xfrm>
              <a:off x="14810277" y="3240001"/>
              <a:ext cx="1800000" cy="432000"/>
            </a:xfrm>
            <a:prstGeom prst="rect">
              <a:avLst/>
            </a:prstGeom>
            <a:solidFill>
              <a:srgbClr val="E036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R224 G54 B87</a:t>
              </a:r>
              <a:endParaRPr lang="ja-JP" altLang="en-US" sz="1000" dirty="0"/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69B17B3-524B-BE42-BED9-C081D4E1BF27}"/>
              </a:ext>
            </a:extLst>
          </p:cNvPr>
          <p:cNvGrpSpPr/>
          <p:nvPr userDrawn="1"/>
        </p:nvGrpSpPr>
        <p:grpSpPr>
          <a:xfrm>
            <a:off x="12726904" y="4785190"/>
            <a:ext cx="1460635" cy="4293360"/>
            <a:chOff x="12779999" y="745"/>
            <a:chExt cx="1800000" cy="5290882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B02C0D74-79F6-E641-9472-AE426861ECB3}"/>
                </a:ext>
              </a:extLst>
            </p:cNvPr>
            <p:cNvSpPr/>
            <p:nvPr userDrawn="1"/>
          </p:nvSpPr>
          <p:spPr>
            <a:xfrm>
              <a:off x="12779999" y="540621"/>
              <a:ext cx="1800000" cy="432000"/>
            </a:xfrm>
            <a:prstGeom prst="rect">
              <a:avLst/>
            </a:prstGeom>
            <a:solidFill>
              <a:srgbClr val="4DBF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R77 G191 B216</a:t>
              </a:r>
              <a:endParaRPr kumimoji="1"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C085ECEF-98CA-024A-8AAC-7662DCDC09DC}"/>
                </a:ext>
              </a:extLst>
            </p:cNvPr>
            <p:cNvSpPr/>
            <p:nvPr userDrawn="1"/>
          </p:nvSpPr>
          <p:spPr>
            <a:xfrm>
              <a:off x="12779999" y="3779877"/>
              <a:ext cx="1800000" cy="432000"/>
            </a:xfrm>
            <a:prstGeom prst="rect">
              <a:avLst/>
            </a:prstGeom>
            <a:solidFill>
              <a:srgbClr val="E47F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R228 G127 B176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EF363686-0DE6-1D4E-8A58-4C66205BB2C3}"/>
                </a:ext>
              </a:extLst>
            </p:cNvPr>
            <p:cNvSpPr/>
            <p:nvPr userDrawn="1"/>
          </p:nvSpPr>
          <p:spPr>
            <a:xfrm>
              <a:off x="12779999" y="2700125"/>
              <a:ext cx="1800000" cy="432000"/>
            </a:xfrm>
            <a:prstGeom prst="rect">
              <a:avLst/>
            </a:prstGeom>
            <a:solidFill>
              <a:srgbClr val="F7AA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R247 G170 B83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0D1B38E1-1BB6-BF43-B05C-69D627D39D06}"/>
                </a:ext>
              </a:extLst>
            </p:cNvPr>
            <p:cNvSpPr/>
            <p:nvPr userDrawn="1"/>
          </p:nvSpPr>
          <p:spPr>
            <a:xfrm>
              <a:off x="12779999" y="1620373"/>
              <a:ext cx="1800000" cy="432000"/>
            </a:xfrm>
            <a:prstGeom prst="rect">
              <a:avLst/>
            </a:prstGeom>
            <a:solidFill>
              <a:srgbClr val="A9D0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R169 G208 B107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785306B-1625-0543-8D15-FEB14A222214}"/>
                </a:ext>
              </a:extLst>
            </p:cNvPr>
            <p:cNvSpPr/>
            <p:nvPr userDrawn="1"/>
          </p:nvSpPr>
          <p:spPr>
            <a:xfrm>
              <a:off x="12779999" y="745"/>
              <a:ext cx="1800000" cy="432000"/>
            </a:xfrm>
            <a:prstGeom prst="rect">
              <a:avLst/>
            </a:prstGeom>
            <a:solidFill>
              <a:srgbClr val="7AA2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R122 G162 B214</a:t>
              </a:r>
              <a:endParaRPr kumimoji="1"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765F6248-8F7D-F341-9FCC-018C52AF0C0F}"/>
                </a:ext>
              </a:extLst>
            </p:cNvPr>
            <p:cNvSpPr/>
            <p:nvPr userDrawn="1"/>
          </p:nvSpPr>
          <p:spPr>
            <a:xfrm>
              <a:off x="12779999" y="4319753"/>
              <a:ext cx="1800000" cy="432000"/>
            </a:xfrm>
            <a:prstGeom prst="rect">
              <a:avLst/>
            </a:prstGeom>
            <a:solidFill>
              <a:srgbClr val="B08B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R176 G139 B190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ED0A33EE-E420-AD4A-8B6F-87BD591E29B2}"/>
                </a:ext>
              </a:extLst>
            </p:cNvPr>
            <p:cNvSpPr/>
            <p:nvPr userDrawn="1"/>
          </p:nvSpPr>
          <p:spPr>
            <a:xfrm>
              <a:off x="12779999" y="4859627"/>
              <a:ext cx="1800000" cy="432000"/>
            </a:xfrm>
            <a:prstGeom prst="rect">
              <a:avLst/>
            </a:prstGeom>
            <a:solidFill>
              <a:srgbClr val="D3AC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R211 G172 B100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A10FD981-315D-6945-B168-91945C7F8F0D}"/>
                </a:ext>
              </a:extLst>
            </p:cNvPr>
            <p:cNvSpPr/>
            <p:nvPr userDrawn="1"/>
          </p:nvSpPr>
          <p:spPr>
            <a:xfrm>
              <a:off x="12779999" y="1080497"/>
              <a:ext cx="1800000" cy="432000"/>
            </a:xfrm>
            <a:prstGeom prst="rect">
              <a:avLst/>
            </a:prstGeom>
            <a:solidFill>
              <a:srgbClr val="87CA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R135 G202 B178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C1E263DC-4CBE-6E48-A439-B4E7C191981B}"/>
                </a:ext>
              </a:extLst>
            </p:cNvPr>
            <p:cNvSpPr/>
            <p:nvPr userDrawn="1"/>
          </p:nvSpPr>
          <p:spPr>
            <a:xfrm>
              <a:off x="12779999" y="2160249"/>
              <a:ext cx="1800000" cy="432000"/>
            </a:xfrm>
            <a:prstGeom prst="rect">
              <a:avLst/>
            </a:prstGeom>
            <a:solidFill>
              <a:srgbClr val="FFE7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R255 G231 B135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5093033A-E90F-A340-AF80-0124309D46A6}"/>
                </a:ext>
              </a:extLst>
            </p:cNvPr>
            <p:cNvSpPr/>
            <p:nvPr userDrawn="1"/>
          </p:nvSpPr>
          <p:spPr>
            <a:xfrm>
              <a:off x="12779999" y="3240001"/>
              <a:ext cx="1800000" cy="432000"/>
            </a:xfrm>
            <a:prstGeom prst="rect">
              <a:avLst/>
            </a:prstGeom>
            <a:solidFill>
              <a:srgbClr val="EFA5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R239 G165 B164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B34AC19B-FB2F-334B-83D8-6E4B43110F92}"/>
              </a:ext>
            </a:extLst>
          </p:cNvPr>
          <p:cNvGrpSpPr/>
          <p:nvPr userDrawn="1"/>
        </p:nvGrpSpPr>
        <p:grpSpPr>
          <a:xfrm>
            <a:off x="14718125" y="0"/>
            <a:ext cx="1460635" cy="4293360"/>
            <a:chOff x="14810277" y="745"/>
            <a:chExt cx="1800000" cy="5290882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4C2E7A3E-4F97-0348-B253-72D55A800085}"/>
                </a:ext>
              </a:extLst>
            </p:cNvPr>
            <p:cNvSpPr/>
            <p:nvPr userDrawn="1"/>
          </p:nvSpPr>
          <p:spPr>
            <a:xfrm>
              <a:off x="14810277" y="540621"/>
              <a:ext cx="1800000" cy="432000"/>
            </a:xfrm>
            <a:prstGeom prst="rect">
              <a:avLst/>
            </a:prstGeom>
            <a:solidFill>
              <a:srgbClr val="008C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R0 G140 B170</a:t>
              </a:r>
              <a:endParaRPr kumimoji="1" lang="ja-JP" altLang="en-US" sz="1000" dirty="0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C2C741AD-2E2B-2A45-B90B-F21296A3167C}"/>
                </a:ext>
              </a:extLst>
            </p:cNvPr>
            <p:cNvSpPr/>
            <p:nvPr userDrawn="1"/>
          </p:nvSpPr>
          <p:spPr>
            <a:xfrm>
              <a:off x="14810277" y="3779877"/>
              <a:ext cx="1800000" cy="432000"/>
            </a:xfrm>
            <a:prstGeom prst="rect">
              <a:avLst/>
            </a:prstGeom>
            <a:solidFill>
              <a:srgbClr val="B62A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R182 G42 B118</a:t>
              </a:r>
              <a:endParaRPr lang="ja-JP" altLang="en-US" sz="1000" dirty="0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414E7339-C9C1-0440-A8EB-74C2B8727192}"/>
                </a:ext>
              </a:extLst>
            </p:cNvPr>
            <p:cNvSpPr/>
            <p:nvPr userDrawn="1"/>
          </p:nvSpPr>
          <p:spPr>
            <a:xfrm>
              <a:off x="14810277" y="2700125"/>
              <a:ext cx="1800000" cy="432000"/>
            </a:xfrm>
            <a:prstGeom prst="rect">
              <a:avLst/>
            </a:prstGeom>
            <a:solidFill>
              <a:srgbClr val="C76B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R199 G107 B0</a:t>
              </a:r>
              <a:endParaRPr lang="ja-JP" altLang="en-US" sz="1000" dirty="0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CA037C7E-1518-A842-950B-E558C1AEAEE7}"/>
                </a:ext>
              </a:extLst>
            </p:cNvPr>
            <p:cNvSpPr/>
            <p:nvPr userDrawn="1"/>
          </p:nvSpPr>
          <p:spPr>
            <a:xfrm>
              <a:off x="14810277" y="1620373"/>
              <a:ext cx="1800000" cy="432000"/>
            </a:xfrm>
            <a:prstGeom prst="rect">
              <a:avLst/>
            </a:prstGeom>
            <a:solidFill>
              <a:srgbClr val="669E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R102 G158 B29</a:t>
              </a:r>
              <a:endParaRPr lang="ja-JP" altLang="en-US" sz="1000" dirty="0"/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C5CCF739-598F-D041-A536-AEC165A7FE96}"/>
                </a:ext>
              </a:extLst>
            </p:cNvPr>
            <p:cNvSpPr/>
            <p:nvPr userDrawn="1"/>
          </p:nvSpPr>
          <p:spPr>
            <a:xfrm>
              <a:off x="14810277" y="745"/>
              <a:ext cx="1800000" cy="432000"/>
            </a:xfrm>
            <a:prstGeom prst="rect">
              <a:avLst/>
            </a:prstGeom>
            <a:solidFill>
              <a:srgbClr val="206A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R32 G106 B164</a:t>
              </a:r>
              <a:endParaRPr kumimoji="1" lang="ja-JP" altLang="en-US" sz="1000" dirty="0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4E419745-B4EE-484B-BD7C-BD08A45F2BF9}"/>
                </a:ext>
              </a:extLst>
            </p:cNvPr>
            <p:cNvSpPr/>
            <p:nvPr userDrawn="1"/>
          </p:nvSpPr>
          <p:spPr>
            <a:xfrm>
              <a:off x="14810277" y="4319753"/>
              <a:ext cx="1800000" cy="432000"/>
            </a:xfrm>
            <a:prstGeom prst="rect">
              <a:avLst/>
            </a:prstGeom>
            <a:solidFill>
              <a:srgbClr val="794B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R121 G75 B136</a:t>
              </a:r>
              <a:endParaRPr lang="ja-JP" altLang="en-US" sz="1000" dirty="0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6C174F55-1618-D046-9671-0A85E1E982E7}"/>
                </a:ext>
              </a:extLst>
            </p:cNvPr>
            <p:cNvSpPr/>
            <p:nvPr userDrawn="1"/>
          </p:nvSpPr>
          <p:spPr>
            <a:xfrm>
              <a:off x="14810277" y="4859627"/>
              <a:ext cx="1800000" cy="432000"/>
            </a:xfrm>
            <a:prstGeom prst="rect">
              <a:avLst/>
            </a:prstGeom>
            <a:solidFill>
              <a:srgbClr val="9E72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R158 G114 B32</a:t>
              </a:r>
              <a:endParaRPr lang="ja-JP" altLang="en-US" sz="1000" dirty="0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0CB03D47-C7FD-C544-9893-72DE8FE1C897}"/>
                </a:ext>
              </a:extLst>
            </p:cNvPr>
            <p:cNvSpPr/>
            <p:nvPr userDrawn="1"/>
          </p:nvSpPr>
          <p:spPr>
            <a:xfrm>
              <a:off x="14810277" y="1080497"/>
              <a:ext cx="1800000" cy="432000"/>
            </a:xfrm>
            <a:prstGeom prst="rect">
              <a:avLst/>
            </a:prstGeom>
            <a:solidFill>
              <a:srgbClr val="1C95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R28 G149 B118</a:t>
              </a:r>
              <a:endParaRPr lang="ja-JP" altLang="en-US" sz="1000" dirty="0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847AFB29-E064-4449-B90E-410F2979BBE6}"/>
                </a:ext>
              </a:extLst>
            </p:cNvPr>
            <p:cNvSpPr/>
            <p:nvPr userDrawn="1"/>
          </p:nvSpPr>
          <p:spPr>
            <a:xfrm>
              <a:off x="14810277" y="2160249"/>
              <a:ext cx="1800000" cy="432000"/>
            </a:xfrm>
            <a:prstGeom prst="rect">
              <a:avLst/>
            </a:prstGeom>
            <a:solidFill>
              <a:srgbClr val="E5C5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R229 G197 B63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D2B5B188-47A2-B749-8834-F8E96D803EB5}"/>
                </a:ext>
              </a:extLst>
            </p:cNvPr>
            <p:cNvSpPr/>
            <p:nvPr userDrawn="1"/>
          </p:nvSpPr>
          <p:spPr>
            <a:xfrm>
              <a:off x="14810277" y="3240001"/>
              <a:ext cx="1800000" cy="432000"/>
            </a:xfrm>
            <a:prstGeom prst="rect">
              <a:avLst/>
            </a:prstGeom>
            <a:solidFill>
              <a:srgbClr val="BA29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/>
                <a:t>R186 G41 B71</a:t>
              </a:r>
              <a:endParaRPr lang="ja-JP" altLang="en-US" sz="1000" dirty="0"/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F085F641-7B96-7743-89F3-A2F5392D1783}"/>
              </a:ext>
            </a:extLst>
          </p:cNvPr>
          <p:cNvGrpSpPr/>
          <p:nvPr userDrawn="1"/>
        </p:nvGrpSpPr>
        <p:grpSpPr>
          <a:xfrm>
            <a:off x="14718124" y="4785190"/>
            <a:ext cx="1460635" cy="4293360"/>
            <a:chOff x="12779999" y="745"/>
            <a:chExt cx="1800000" cy="5290882"/>
          </a:xfrm>
        </p:grpSpPr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15875A7C-5F68-EE4D-BBB9-6A46642BE46D}"/>
                </a:ext>
              </a:extLst>
            </p:cNvPr>
            <p:cNvSpPr/>
            <p:nvPr userDrawn="1"/>
          </p:nvSpPr>
          <p:spPr>
            <a:xfrm>
              <a:off x="12779999" y="540621"/>
              <a:ext cx="1800000" cy="432000"/>
            </a:xfrm>
            <a:prstGeom prst="rect">
              <a:avLst/>
            </a:prstGeom>
            <a:solidFill>
              <a:srgbClr val="ACDC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R172 G220 B234</a:t>
              </a:r>
              <a:endParaRPr kumimoji="1"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AFC6E02A-0C1E-814F-BEF1-09BA1639DEBD}"/>
                </a:ext>
              </a:extLst>
            </p:cNvPr>
            <p:cNvSpPr/>
            <p:nvPr userDrawn="1"/>
          </p:nvSpPr>
          <p:spPr>
            <a:xfrm>
              <a:off x="12779999" y="3779877"/>
              <a:ext cx="1800000" cy="432000"/>
            </a:xfrm>
            <a:prstGeom prst="rect">
              <a:avLst/>
            </a:prstGeom>
            <a:solidFill>
              <a:srgbClr val="F1BE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R241 G189 B214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B921E25A-C75E-244A-B7D0-13D9B9753DC8}"/>
                </a:ext>
              </a:extLst>
            </p:cNvPr>
            <p:cNvSpPr/>
            <p:nvPr userDrawn="1"/>
          </p:nvSpPr>
          <p:spPr>
            <a:xfrm>
              <a:off x="12779999" y="2700125"/>
              <a:ext cx="1800000" cy="432000"/>
            </a:xfrm>
            <a:prstGeom prst="rect">
              <a:avLst/>
            </a:prstGeom>
            <a:solidFill>
              <a:srgbClr val="FAD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R250 G208 B158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45EFB12E-287D-C04E-B927-E2A71C79D587}"/>
                </a:ext>
              </a:extLst>
            </p:cNvPr>
            <p:cNvSpPr/>
            <p:nvPr userDrawn="1"/>
          </p:nvSpPr>
          <p:spPr>
            <a:xfrm>
              <a:off x="12779999" y="1620373"/>
              <a:ext cx="1800000" cy="432000"/>
            </a:xfrm>
            <a:prstGeom prst="rect">
              <a:avLst/>
            </a:prstGeom>
            <a:solidFill>
              <a:srgbClr val="D2E6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R210 G230 B174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D3481D69-6543-8444-BF36-A5452D5BB4F8}"/>
                </a:ext>
              </a:extLst>
            </p:cNvPr>
            <p:cNvSpPr/>
            <p:nvPr userDrawn="1"/>
          </p:nvSpPr>
          <p:spPr>
            <a:xfrm>
              <a:off x="12779999" y="745"/>
              <a:ext cx="1800000" cy="432000"/>
            </a:xfrm>
            <a:prstGeom prst="rect">
              <a:avLst/>
            </a:prstGeom>
            <a:solidFill>
              <a:srgbClr val="BBCC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R187 G204 B233</a:t>
              </a:r>
              <a:endParaRPr kumimoji="1"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CA75706C-8C4F-D04D-8089-C8449D62706C}"/>
                </a:ext>
              </a:extLst>
            </p:cNvPr>
            <p:cNvSpPr/>
            <p:nvPr userDrawn="1"/>
          </p:nvSpPr>
          <p:spPr>
            <a:xfrm>
              <a:off x="12779999" y="4319753"/>
              <a:ext cx="1800000" cy="432000"/>
            </a:xfrm>
            <a:prstGeom prst="rect">
              <a:avLst/>
            </a:prstGeom>
            <a:solidFill>
              <a:srgbClr val="D1BE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R209 G190 B220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8B1F77A6-282B-EA4E-AF25-9831FB4B48A0}"/>
                </a:ext>
              </a:extLst>
            </p:cNvPr>
            <p:cNvSpPr/>
            <p:nvPr userDrawn="1"/>
          </p:nvSpPr>
          <p:spPr>
            <a:xfrm>
              <a:off x="12779999" y="4859627"/>
              <a:ext cx="1800000" cy="432000"/>
            </a:xfrm>
            <a:prstGeom prst="rect">
              <a:avLst/>
            </a:prstGeom>
            <a:solidFill>
              <a:srgbClr val="E0CF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R224 G207 B189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AF9AEC93-1EDF-234B-A72E-E29743CF38CE}"/>
                </a:ext>
              </a:extLst>
            </p:cNvPr>
            <p:cNvSpPr/>
            <p:nvPr userDrawn="1"/>
          </p:nvSpPr>
          <p:spPr>
            <a:xfrm>
              <a:off x="12779999" y="1080497"/>
              <a:ext cx="1800000" cy="432000"/>
            </a:xfrm>
            <a:prstGeom prst="rect">
              <a:avLst/>
            </a:prstGeom>
            <a:solidFill>
              <a:srgbClr val="C2E2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R194 G226 B210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F60872BE-DD28-0248-9E4B-E97AA38A77D4}"/>
                </a:ext>
              </a:extLst>
            </p:cNvPr>
            <p:cNvSpPr/>
            <p:nvPr userDrawn="1"/>
          </p:nvSpPr>
          <p:spPr>
            <a:xfrm>
              <a:off x="12779999" y="2160249"/>
              <a:ext cx="1800000" cy="432000"/>
            </a:xfrm>
            <a:prstGeom prst="rect">
              <a:avLst/>
            </a:prstGeom>
            <a:solidFill>
              <a:srgbClr val="FFF2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R255 G242 B194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C8194344-12B3-E848-BE2B-AC947012FC6A}"/>
                </a:ext>
              </a:extLst>
            </p:cNvPr>
            <p:cNvSpPr/>
            <p:nvPr userDrawn="1"/>
          </p:nvSpPr>
          <p:spPr>
            <a:xfrm>
              <a:off x="12779999" y="3240001"/>
              <a:ext cx="1800000" cy="432000"/>
            </a:xfrm>
            <a:prstGeom prst="rect">
              <a:avLst/>
            </a:prstGeom>
            <a:solidFill>
              <a:srgbClr val="F5C9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108000" algn="l">
                <a:lnSpc>
                  <a:spcPct val="110000"/>
                </a:lnSpc>
              </a:pPr>
              <a:r>
                <a:rPr lang="en-US" altLang="ja-JP" sz="1000" dirty="0">
                  <a:solidFill>
                    <a:schemeClr val="tx1"/>
                  </a:solidFill>
                </a:rPr>
                <a:t>R245 G201 B191</a:t>
              </a:r>
              <a:endParaRPr lang="ja-JP" altLang="en-US" sz="1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164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8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224" userDrawn="1">
          <p15:clr>
            <a:srgbClr val="F26B43"/>
          </p15:clr>
        </p15:guide>
        <p15:guide id="4" pos="454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orient="horz" pos="4046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DesignA">
  <a:themeElements>
    <a:clrScheme name="SCSK_Main_Sub6">
      <a:dk1>
        <a:srgbClr val="000000"/>
      </a:dk1>
      <a:lt1>
        <a:srgbClr val="FFFFFF"/>
      </a:lt1>
      <a:dk2>
        <a:srgbClr val="1A2792"/>
      </a:dk2>
      <a:lt2>
        <a:srgbClr val="9FA0A0"/>
      </a:lt2>
      <a:accent1>
        <a:srgbClr val="00A6CB"/>
      </a:accent1>
      <a:accent2>
        <a:srgbClr val="DB368D"/>
      </a:accent2>
      <a:accent3>
        <a:srgbClr val="F08300"/>
      </a:accent3>
      <a:accent4>
        <a:srgbClr val="7CBD27"/>
      </a:accent4>
      <a:accent5>
        <a:srgbClr val="2880C3"/>
      </a:accent5>
      <a:accent6>
        <a:srgbClr val="915DA3"/>
      </a:accent6>
      <a:hlink>
        <a:srgbClr val="0563C1"/>
      </a:hlink>
      <a:folHlink>
        <a:srgbClr val="954F72"/>
      </a:folHlink>
    </a:clrScheme>
    <a:fontScheme name="ユーザー定義 21">
      <a:majorFont>
        <a:latin typeface="Verdana"/>
        <a:ea typeface="BIZ UDPゴシック"/>
        <a:cs typeface=""/>
      </a:majorFont>
      <a:minorFont>
        <a:latin typeface="Verdana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6" id="{FEA682E8-310A-F247-A0FF-6C05B98ED030}" vid="{71170D23-DD1C-8C42-A687-B86C3E1193C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Verdana_BizUDPG</Template>
  <TotalTime>330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游ゴシック</vt:lpstr>
      <vt:lpstr>Arial</vt:lpstr>
      <vt:lpstr>Verdana</vt:lpstr>
      <vt:lpstr>DesignA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/>
  <cp:lastModifiedBy>田邉 至希</cp:lastModifiedBy>
  <cp:revision>28</cp:revision>
  <dcterms:created xsi:type="dcterms:W3CDTF">2021-07-26T07:48:18Z</dcterms:created>
  <dcterms:modified xsi:type="dcterms:W3CDTF">2025-02-06T04:40:57Z</dcterms:modified>
  <cp:category/>
</cp:coreProperties>
</file>